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Team name: Death Dev</a:t>
            </a:r>
          </a:p>
          <a:p>
            <a:r>
              <a:t>Team leader name: Anant Kumar</a:t>
            </a:r>
          </a:p>
          <a:p>
            <a:r>
              <a:t>Problem Statement: AI models in critical domains (hiring, loan, healthcare, education) are prone to bias. Detecting this requires deep technical expertise, making it a barrier for non-technical stakeholders to audit systems effectively.</a:t>
            </a:r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FairScan (Veritas) is a full-stack, cloud-native fairness auditing web app. Users upload a dataset, and the system computes industry-standard bias metrics (DPD, EOD, DIR). It uses Google Gemini to generate plain-language explanations and mitigation guidance, and exports everything as a PDF audit report.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How different is it from any of the other existing ideas?</a:t>
            </a:r>
          </a:p>
          <a:p>
            <a:r>
              <a:t>Existing bias detection tools (like Fairlearn) are code-only libraries aimed at data scientists. FairScan provides a no-code visual interface for non-technical stakeholders.</a:t>
            </a:r>
          </a:p>
          <a:p/>
          <a:p>
            <a:r>
              <a:t>How will it be able to solve the problem?</a:t>
            </a:r>
          </a:p>
          <a:p>
            <a:r>
              <a:t>By automating complex statistical calculations and translating results into human-readable insights using Gemini.</a:t>
            </a:r>
          </a:p>
          <a:p/>
          <a:p>
            <a:r>
              <a:t>USP of the proposed solution</a:t>
            </a:r>
          </a:p>
          <a:p>
            <a:r>
              <a:t>Seamless integration of rigorous statistical metrics with Google Gemini's generative AI to translate complex data into actionable, plain-English audit guidance.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• Domain-Specific Analysis (Hiring, Lending, Healthcare, Education)</a:t>
            </a:r>
          </a:p>
          <a:p>
            <a:r>
              <a:t>• Automated Bias Metrics (DPD, EOD, DIR)</a:t>
            </a:r>
          </a:p>
          <a:p>
            <a:r>
              <a:t>• Algorithmic Severity Classification</a:t>
            </a:r>
          </a:p>
          <a:p>
            <a:r>
              <a:t>• Generative AI Explanations via Google Gemini</a:t>
            </a:r>
          </a:p>
          <a:p>
            <a:r>
              <a:t>• Interactive Dashboard with Responsive Charts</a:t>
            </a:r>
          </a:p>
          <a:p>
            <a:r>
              <a:t>• Secure Access via Firebase Auth</a:t>
            </a:r>
          </a:p>
          <a:p>
            <a:r>
              <a:t>• Automated PDF Reporting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User Login -&gt; Upload CSV -&gt; FastAPI processes Fairlearn metrics -&gt; Backend calls Gemini API -&gt; React Dashboard Renders -&gt; PDF Export</a:t>
            </a:r>
          </a:p>
          <a:p/>
          <a:p>
            <a:r>
              <a:t>(Please paste/insert your visual diagram over this text)</a:t>
            </a: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(Please insert screenshots of the FairScan Dashboard here)</a:t>
            </a: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React SPA on Firebase Hosting -&gt; FastAPI on Google Cloud Run. Backend connects to Firebase Auth, Gemini API, and ReportLab</a:t>
            </a:r>
          </a:p>
          <a:p/>
          <a:p>
            <a:r>
              <a:t>(Please paste/insert your visual diagram over this text)</a:t>
            </a: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Frontend: React 19, Vite, Tailwind CSS, Tremor</a:t>
            </a:r>
          </a:p>
          <a:p>
            <a:r>
              <a:t>Backend: Python 3.11+, FastAPI, Uvicorn</a:t>
            </a:r>
          </a:p>
          <a:p>
            <a:r>
              <a:t>Data/ML: Fairlearn, Pandas, Scikit-learn</a:t>
            </a:r>
          </a:p>
          <a:p>
            <a:r>
              <a:t>Cloud: Firebase Hosting, Firebase Auth, Google Cloud Run</a:t>
            </a:r>
          </a:p>
          <a:p>
            <a:r>
              <a:t>AI: Google Gemini API (google-generativeai)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Development &amp; Testing: $0 (Free Tiers)</a:t>
            </a:r>
          </a:p>
          <a:p>
            <a:r>
              <a:t>Hosting &amp; Auth (Firebase): $0 (Spark Plan)</a:t>
            </a:r>
          </a:p>
          <a:p>
            <a:r>
              <a:t>Backend (Cloud Run): Pay-per-use (Generous Free Tier)</a:t>
            </a:r>
          </a:p>
          <a:p>
            <a:r>
              <a:t>AI (Gemini API): Free tier access</a:t>
            </a:r>
          </a:p>
          <a:p>
            <a:r>
              <a:t>Total MVP Cost: $0 to launch initially due to serverless architecture.</a:t>
            </a: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(Please insert actual screenshots of FairScan: Login, Upload workspace, Results dashboard, PDF report here)</a:t>
            </a: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• Database Integration: Google Cloud Firestore for persisting audit histories.</a:t>
            </a:r>
          </a:p>
          <a:p>
            <a:r>
              <a:t>• Advanced Mitigation: Using Gemini to suggest data reweighing techniques.</a:t>
            </a:r>
          </a:p>
          <a:p>
            <a:r>
              <a:t>• Enterprise Features: Team workspaces and role-based access control (RBAC).</a:t>
            </a: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GitHub Public Repository: [Insert Link]</a:t>
            </a:r>
          </a:p>
          <a:p>
            <a:r>
              <a:t>Demo Video Link (3 Minutes): [Insert Link]</a:t>
            </a:r>
          </a:p>
          <a:p>
            <a:r>
              <a:t>MVP Link: https://veritas-ai-01.web.app</a:t>
            </a:r>
          </a:p>
          <a:p>
            <a:r>
              <a:t>Working Prototype Link: https://veritas-ai-01.web.app</a:t>
            </a: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